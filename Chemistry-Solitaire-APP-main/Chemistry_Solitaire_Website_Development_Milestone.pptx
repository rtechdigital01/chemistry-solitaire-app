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05102-F868-48E6-8B85-F72E7A6AD051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37CF7C-01EE-4E1A-B4AC-B15929C82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63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37CF7C-01EE-4E1A-B4AC-B15929C820D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49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417320"/>
            <a:ext cx="109728" cy="4069080"/>
          </a:xfrm>
          <a:prstGeom prst="rect">
            <a:avLst/>
          </a:prstGeom>
          <a:solidFill>
            <a:srgbClr val="D4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417320"/>
            <a:ext cx="5256567" cy="39600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CHEMISTRY SOLITAIRE</a:t>
            </a:r>
          </a:p>
          <a:p>
            <a:pPr>
              <a:defRPr sz="2500">
                <a:solidFill>
                  <a:srgbClr val="D4A840"/>
                </a:solidFill>
              </a:defRPr>
            </a:pPr>
            <a:r>
              <a:rPr dirty="0"/>
              <a:t>Website Development Milestone Plan</a:t>
            </a:r>
          </a:p>
          <a:p>
            <a:pPr>
              <a:spcBef>
                <a:spcPts val="1800"/>
              </a:spcBef>
              <a:defRPr sz="1800">
                <a:solidFill>
                  <a:srgbClr val="FFFFFF"/>
                </a:solidFill>
              </a:defRPr>
            </a:pPr>
            <a:r>
              <a:rPr dirty="0"/>
              <a:t>Full-Stack Developer</a:t>
            </a:r>
          </a:p>
          <a:p>
            <a:pPr>
              <a:spcBef>
                <a:spcPts val="2800"/>
              </a:spcBef>
              <a:defRPr sz="1600">
                <a:solidFill>
                  <a:srgbClr val="DCE1E8"/>
                </a:solidFill>
              </a:defRPr>
            </a:pPr>
            <a:endParaRPr lang="en-US" dirty="0"/>
          </a:p>
          <a:p>
            <a:pPr>
              <a:spcBef>
                <a:spcPts val="2800"/>
              </a:spcBef>
              <a:defRPr sz="1600">
                <a:solidFill>
                  <a:srgbClr val="DCE1E8"/>
                </a:solidFill>
              </a:defRPr>
            </a:pPr>
            <a:endParaRPr lang="en-US" dirty="0"/>
          </a:p>
          <a:p>
            <a:pPr>
              <a:spcBef>
                <a:spcPts val="2800"/>
              </a:spcBef>
              <a:defRPr sz="1600">
                <a:solidFill>
                  <a:srgbClr val="DCE1E8"/>
                </a:solidFill>
              </a:defRPr>
            </a:pPr>
            <a:endParaRPr lang="en-US" dirty="0"/>
          </a:p>
          <a:p>
            <a:pPr>
              <a:spcBef>
                <a:spcPts val="2800"/>
              </a:spcBef>
              <a:defRPr sz="1600">
                <a:solidFill>
                  <a:srgbClr val="DCE1E8"/>
                </a:solidFill>
              </a:defRPr>
            </a:pPr>
            <a:endParaRPr b="1" i="1" u="sng" dirty="0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5CB13A-D75E-48AE-8266-0358693C6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5543"/>
            <a:ext cx="7462837" cy="10346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B087E6-0E20-4265-AD3E-D6A600992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637" y="165542"/>
            <a:ext cx="3905251" cy="65278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97068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13232"/>
            <a:ext cx="44694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8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Programmer milestone based on the agreed Chemistry Solitaire MVP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5276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840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99616"/>
            <a:ext cx="39714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037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pages and learner-facing game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1065276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450591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840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14015"/>
            <a:ext cx="40543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037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Authentication, database, progress and gameplay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46120"/>
            <a:ext cx="1065276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64991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840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28415"/>
            <a:ext cx="42627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037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Gameplay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logic, scoring, hints, feedback and progression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60520"/>
            <a:ext cx="1065276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840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42816"/>
            <a:ext cx="38419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037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behavior, accessibility and bug fixing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074920"/>
            <a:ext cx="10652760" cy="74980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519379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4A840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57216"/>
            <a:ext cx="29338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037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setup and final live release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C33D988-AE98-4AEC-B2E6-8B27D0580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520" y="210312"/>
            <a:ext cx="3048000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Website Build Schedule —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1323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8"/>
                </a:solidFill>
              </a:defRPr>
            </a:pPr>
            <a:r>
              <a:t>Enter your preferred calendar dates in the Date column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435607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840"/>
                </a:solidFill>
              </a:defRPr>
            </a:pPr>
            <a: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17320"/>
            <a:ext cx="1296893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99032"/>
            <a:ext cx="240482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 project structure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Configure database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Set up GitHub/version control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Prepare development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472184"/>
            <a:ext cx="10626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b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8th of August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2350008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459736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840"/>
                </a:solidFill>
              </a:defRPr>
            </a:pPr>
            <a: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41448"/>
            <a:ext cx="105990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23160"/>
            <a:ext cx="200247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Responsive navigation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Hero/project introduction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Main call-to-action sections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Mobile and desktop layout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496312"/>
            <a:ext cx="10947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b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August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374136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3483864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840"/>
                </a:solidFill>
              </a:defRPr>
            </a:pPr>
            <a:r>
              <a:rPr dirty="0"/>
              <a:t>Day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465576"/>
            <a:ext cx="193674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&amp; 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447288"/>
            <a:ext cx="166263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registration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Login and logout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Authentication flow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user profile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520440"/>
            <a:ext cx="10947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b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August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4398264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4507992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840"/>
                </a:solidFill>
              </a:defRPr>
            </a:pPr>
            <a:r>
              <a:t>Day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489704"/>
            <a:ext cx="152452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471416"/>
            <a:ext cx="171553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Learner dashboard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information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Navigation to topics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Progress summary area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544568"/>
            <a:ext cx="10947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b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August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" y="5422392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5532120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840"/>
                </a:solidFill>
              </a:defRPr>
            </a:pPr>
            <a:r>
              <a:t>Day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513832"/>
            <a:ext cx="186301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Selection Page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495544"/>
            <a:ext cx="191270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Chemistry topic cards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Topic selection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Level/difficulty selection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Connect selection to game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5568696"/>
            <a:ext cx="10947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b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August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403284F-D1AA-4CFD-925F-6EA9F8808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520" y="210312"/>
            <a:ext cx="3048000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Website Build Schedule —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1323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8"/>
                </a:solidFill>
              </a:defRPr>
            </a:pPr>
            <a:r>
              <a:t>Enter your preferred calendar dates in the Date column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435607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840"/>
                </a:solidFill>
              </a:defRPr>
            </a:pPr>
            <a:r>
              <a:t>Days 6–7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17320"/>
            <a:ext cx="149912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Board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99032"/>
            <a:ext cx="205216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Solitaire-style card interface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Theme/matching areas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Card interactions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Responsive gameplay 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1472184"/>
            <a:ext cx="113960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17th of August</a:t>
            </a:r>
          </a:p>
          <a:p>
            <a:pPr>
              <a:defRPr sz="1100" b="1">
                <a:solidFill>
                  <a:srgbClr val="0F2037"/>
                </a:solidFill>
              </a:defRPr>
            </a:pPr>
            <a:endParaRPr sz="1200" dirty="0"/>
          </a:p>
        </p:txBody>
      </p:sp>
      <p:sp>
        <p:nvSpPr>
          <p:cNvPr id="10" name="Rounded Rectangle 9"/>
          <p:cNvSpPr/>
          <p:nvPr/>
        </p:nvSpPr>
        <p:spPr>
          <a:xfrm>
            <a:off x="640080" y="2350008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459736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840"/>
                </a:solidFill>
              </a:defRPr>
            </a:pPr>
            <a:r>
              <a:t>Days 8–9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41448"/>
            <a:ext cx="118173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23160"/>
            <a:ext cx="204094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Card selection and matching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Correct-match validation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Incorrect-answer feedback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Core game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496312"/>
            <a:ext cx="11396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19th of August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74136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3483864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840"/>
                </a:solidFill>
              </a:defRPr>
            </a:pPr>
            <a:r>
              <a:t>Day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465576"/>
            <a:ext cx="134498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 &amp; Hints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447288"/>
            <a:ext cx="135485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Scoring system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Moves counter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Hints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Learner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520440"/>
            <a:ext cx="111395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21st of August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98264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4507992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840"/>
                </a:solidFill>
              </a:defRPr>
            </a:pPr>
            <a:r>
              <a:t>Day 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489704"/>
            <a:ext cx="164448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Progression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471416"/>
            <a:ext cx="162095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Completion logic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Level progression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Completion screen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Next-level navigation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544568"/>
            <a:ext cx="1093569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24th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August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22392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5532120"/>
            <a:ext cx="1143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840"/>
                </a:solidFill>
              </a:defRPr>
            </a:pPr>
            <a:r>
              <a:t>Day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513832"/>
            <a:ext cx="168122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495544"/>
            <a:ext cx="182453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Save scores and attempts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Track time spent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Store hints used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Save completion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5568696"/>
            <a:ext cx="11396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28th of August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F2471B0-7FAA-4FAD-8B87-843843458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520" y="210312"/>
            <a:ext cx="3048000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Website Build Schedule — 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1323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8"/>
                </a:solidFill>
              </a:defRPr>
            </a:pPr>
            <a:r>
              <a:t>Enter your preferred calendar dates in the Date column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50008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459736"/>
            <a:ext cx="72782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840"/>
                </a:solidFill>
              </a:defRPr>
            </a:pPr>
            <a:r>
              <a:rPr dirty="0"/>
              <a:t>Day 1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828800" y="2441448"/>
            <a:ext cx="183896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Bug Fixes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23160"/>
            <a:ext cx="153394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Functional testing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Responsive testing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Accessibility checks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Fix identified bugs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496312"/>
            <a:ext cx="117532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October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74136"/>
            <a:ext cx="10927080" cy="932688"/>
          </a:xfrm>
          <a:prstGeom prst="roundRect">
            <a:avLst/>
          </a:prstGeom>
          <a:solidFill>
            <a:srgbClr val="F4F6F8"/>
          </a:solidFill>
          <a:ln>
            <a:solidFill>
              <a:srgbClr val="DC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3483864"/>
            <a:ext cx="72782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4A840"/>
                </a:solidFill>
              </a:defRPr>
            </a:pPr>
            <a:r>
              <a:rPr dirty="0"/>
              <a:t>Day 1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1828800" y="3465576"/>
            <a:ext cx="117852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3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447288"/>
            <a:ext cx="182453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Production configuration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Database/hosting setup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Final live testing</a:t>
            </a:r>
          </a:p>
          <a:p>
            <a:pPr>
              <a:defRPr sz="1050">
                <a:solidFill>
                  <a:srgbClr val="222222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 web MVP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520440"/>
            <a:ext cx="181011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037"/>
                </a:solidFill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completion of the</a:t>
            </a:r>
          </a:p>
          <a:p>
            <a:pPr>
              <a:defRPr sz="1100" b="1">
                <a:solidFill>
                  <a:srgbClr val="0F2037"/>
                </a:solidFill>
              </a:defRPr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FEC84E1-2830-4E92-A939-8EB53852D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520" y="210312"/>
            <a:ext cx="3048000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Final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1323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CE1E8"/>
                </a:solidFill>
              </a:defRPr>
            </a:pPr>
            <a:r>
              <a:t>Expected output after the development schedule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32720" cy="4023360"/>
          </a:xfrm>
          <a:prstGeom prst="roundRect">
            <a:avLst/>
          </a:prstGeom>
          <a:solidFill>
            <a:srgbClr val="F4F6F8"/>
          </a:solidFill>
          <a:ln>
            <a:solidFill>
              <a:srgbClr val="D4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5663282" cy="30085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2500" b="1">
                <a:solidFill>
                  <a:srgbClr val="0F2037"/>
                </a:solidFill>
              </a:defRPr>
            </a:pP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Chemistry Solitaire Web MVP</a:t>
            </a:r>
          </a:p>
          <a:p>
            <a:pPr algn="just">
              <a:spcBef>
                <a:spcPts val="900"/>
              </a:spcBef>
              <a:defRPr sz="1600">
                <a:solidFill>
                  <a:srgbClr val="222222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 Responsive homepage and navigation</a:t>
            </a:r>
          </a:p>
          <a:p>
            <a:pPr algn="just">
              <a:spcBef>
                <a:spcPts val="900"/>
              </a:spcBef>
              <a:defRPr sz="1600">
                <a:solidFill>
                  <a:srgbClr val="222222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 Registration, login and learner dashboard</a:t>
            </a:r>
          </a:p>
          <a:p>
            <a:pPr algn="just">
              <a:spcBef>
                <a:spcPts val="900"/>
              </a:spcBef>
              <a:defRPr sz="1600">
                <a:solidFill>
                  <a:srgbClr val="222222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 Chemistry topic and level selection</a:t>
            </a:r>
          </a:p>
          <a:p>
            <a:pPr algn="just">
              <a:spcBef>
                <a:spcPts val="900"/>
              </a:spcBef>
              <a:defRPr sz="1600">
                <a:solidFill>
                  <a:srgbClr val="222222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 Playable card-matching game board</a:t>
            </a:r>
          </a:p>
          <a:p>
            <a:pPr algn="just">
              <a:spcBef>
                <a:spcPts val="900"/>
              </a:spcBef>
              <a:defRPr sz="1600">
                <a:solidFill>
                  <a:srgbClr val="222222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 Scoring, hints, feedback and progression</a:t>
            </a:r>
          </a:p>
          <a:p>
            <a:pPr algn="just">
              <a:spcBef>
                <a:spcPts val="900"/>
              </a:spcBef>
              <a:defRPr sz="1600">
                <a:solidFill>
                  <a:srgbClr val="222222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 Progress tracking and basic teacher view</a:t>
            </a:r>
          </a:p>
          <a:p>
            <a:pPr algn="just">
              <a:spcBef>
                <a:spcPts val="900"/>
              </a:spcBef>
              <a:defRPr sz="1600">
                <a:solidFill>
                  <a:srgbClr val="222222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 Tested and deployed web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FD5318-8088-4CB0-8299-FF41E64A4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520" y="210312"/>
            <a:ext cx="3048000" cy="7498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B9723E-4847-45DE-88D5-70D7A745A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525" y="1874520"/>
            <a:ext cx="3236595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479</Words>
  <Application>Microsoft Office PowerPoint</Application>
  <PresentationFormat>Widescreen</PresentationFormat>
  <Paragraphs>124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 ELITEBOOK</cp:lastModifiedBy>
  <cp:revision>6</cp:revision>
  <dcterms:created xsi:type="dcterms:W3CDTF">2013-01-27T09:14:16Z</dcterms:created>
  <dcterms:modified xsi:type="dcterms:W3CDTF">2026-08-09T15:32:28Z</dcterms:modified>
  <cp:category/>
</cp:coreProperties>
</file>